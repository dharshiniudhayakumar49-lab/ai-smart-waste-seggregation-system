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11" r:id="rId12"/>
    <p:sldId id="31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5405" autoAdjust="0"/>
  </p:normalViewPr>
  <p:slideViewPr>
    <p:cSldViewPr snapToGrid="0">
      <p:cViewPr varScale="1">
        <p:scale>
          <a:sx n="48" d="100"/>
          <a:sy n="48" d="100"/>
        </p:scale>
        <p:origin x="67" y="715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10/12/2026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SMART WASTE SEGREGATION SYSTEM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BDEB1C0-9CC7-1A14-80E2-FCB79A8E0787}"/>
              </a:ext>
            </a:extLst>
          </p:cNvPr>
          <p:cNvSpPr txBox="1"/>
          <p:nvPr/>
        </p:nvSpPr>
        <p:spPr>
          <a:xfrm>
            <a:off x="3433011" y="481172"/>
            <a:ext cx="40703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2D44BB-AA3E-5DB3-6680-935D1BEA5E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2" t="6316" b="6666"/>
          <a:stretch>
            <a:fillRect/>
          </a:stretch>
        </p:blipFill>
        <p:spPr>
          <a:xfrm>
            <a:off x="2342147" y="1161735"/>
            <a:ext cx="8897352" cy="534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9AFF75-3132-1CFC-AB3F-D03682842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032" y="304800"/>
            <a:ext cx="3609474" cy="625642"/>
          </a:xfrm>
        </p:spPr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FA6455-08DB-B292-D9B2-76976C396D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41" b="4134"/>
          <a:stretch>
            <a:fillRect/>
          </a:stretch>
        </p:blipFill>
        <p:spPr>
          <a:xfrm>
            <a:off x="583532" y="930442"/>
            <a:ext cx="949284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F95CBC6-20A2-CACB-4153-611A8ACD1D33}"/>
              </a:ext>
            </a:extLst>
          </p:cNvPr>
          <p:cNvSpPr txBox="1"/>
          <p:nvPr/>
        </p:nvSpPr>
        <p:spPr>
          <a:xfrm>
            <a:off x="3721768" y="368968"/>
            <a:ext cx="40398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SEQUENE DIAGRAM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AF4EAE-3ADB-1D52-84C4-684F017C2C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80" r="1033"/>
          <a:stretch>
            <a:fillRect/>
          </a:stretch>
        </p:blipFill>
        <p:spPr>
          <a:xfrm>
            <a:off x="1465848" y="922966"/>
            <a:ext cx="8945479" cy="570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B23AE-8392-0699-ED82-B80844729878}"/>
              </a:ext>
            </a:extLst>
          </p:cNvPr>
          <p:cNvSpPr txBox="1"/>
          <p:nvPr/>
        </p:nvSpPr>
        <p:spPr>
          <a:xfrm>
            <a:off x="4026569" y="368968"/>
            <a:ext cx="34057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C99C7A-523F-7920-9503-2493A3AE76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80" r="410" b="3158"/>
          <a:stretch>
            <a:fillRect/>
          </a:stretch>
        </p:blipFill>
        <p:spPr>
          <a:xfrm>
            <a:off x="1145005" y="962526"/>
            <a:ext cx="9026507" cy="552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FAF4D1-2156-C242-AC5C-96F932B5B3D0}"/>
              </a:ext>
            </a:extLst>
          </p:cNvPr>
          <p:cNvSpPr txBox="1"/>
          <p:nvPr/>
        </p:nvSpPr>
        <p:spPr>
          <a:xfrm>
            <a:off x="4041527" y="176463"/>
            <a:ext cx="41089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7F28D4-1E9D-4A85-1A17-6E7FE2C8C4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18"/>
          <a:stretch>
            <a:fillRect/>
          </a:stretch>
        </p:blipFill>
        <p:spPr>
          <a:xfrm>
            <a:off x="3849021" y="697941"/>
            <a:ext cx="4108945" cy="598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681" y="208547"/>
            <a:ext cx="6238855" cy="593558"/>
          </a:xfrm>
        </p:spPr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DIAGRAM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413D4F-25C7-2699-BBA5-B1FFBCC9BE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5" t="7252" r="1033" b="3041"/>
          <a:stretch>
            <a:fillRect/>
          </a:stretch>
        </p:blipFill>
        <p:spPr>
          <a:xfrm>
            <a:off x="1155030" y="946484"/>
            <a:ext cx="9060381" cy="555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369" y="272716"/>
            <a:ext cx="5181600" cy="609600"/>
          </a:xfrm>
        </p:spPr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78D67-2D8C-C04B-E34C-FD56610213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7" t="6091" r="566" b="1827"/>
          <a:stretch>
            <a:fillRect/>
          </a:stretch>
        </p:blipFill>
        <p:spPr>
          <a:xfrm>
            <a:off x="1167062" y="992844"/>
            <a:ext cx="9276349" cy="559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58" y="320843"/>
            <a:ext cx="4539916" cy="352926"/>
          </a:xfrm>
        </p:spPr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08FCFB-B849-2EBC-F9E0-1CCC394303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1" t="7018" r="1033" b="1987"/>
          <a:stretch>
            <a:fillRect/>
          </a:stretch>
        </p:blipFill>
        <p:spPr>
          <a:xfrm>
            <a:off x="1355351" y="946484"/>
            <a:ext cx="8582940" cy="534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{B72B87EB-54CB-4A1A-A958-1931F03B0604}TF1ed9553b-00c4-4092-846a-c8f7f2908f3beecd942f_win32-8e33096c3cfc</Template>
  <TotalTime>33</TotalTime>
  <Words>34</Words>
  <Application>Microsoft Office PowerPoint</Application>
  <PresentationFormat>Widescreen</PresentationFormat>
  <Paragraphs>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Courier New</vt:lpstr>
      <vt:lpstr>Gill Sans Nova Light</vt:lpstr>
      <vt:lpstr>Sagona Book</vt:lpstr>
      <vt:lpstr>Times New Roman</vt:lpstr>
      <vt:lpstr>Custom</vt:lpstr>
      <vt:lpstr>AI SMART WASTE SEGREGATION SYSTEM</vt:lpstr>
      <vt:lpstr>PowerPoint Presentation</vt:lpstr>
      <vt:lpstr>CLASS DIAGRAM</vt:lpstr>
      <vt:lpstr>PowerPoint Presentation</vt:lpstr>
      <vt:lpstr>PowerPoint Presentation</vt:lpstr>
      <vt:lpstr>PowerPoint Presentation</vt:lpstr>
      <vt:lpstr>COLLABORATION DIAGRAM</vt:lpstr>
      <vt:lpstr>COMPONENT DIAGRAM</vt:lpstr>
      <vt:lpstr>PACKAGE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DHARSHA R</dc:creator>
  <cp:lastModifiedBy>DHARSHA R</cp:lastModifiedBy>
  <cp:revision>1</cp:revision>
  <dcterms:created xsi:type="dcterms:W3CDTF">2026-10-12T17:08:53Z</dcterms:created>
  <dcterms:modified xsi:type="dcterms:W3CDTF">2026-10-12T17:42:28Z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